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99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bg-BG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 </a:t>
            </a: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Сваляне и трансформация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асистент за българско счетоводно и данъчно законодателство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2164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Димитър Иванов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2577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Факултетен номер: 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7MI3400875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Преобразуване на действащата нормативна уредба от lex.bg в структуриран корпус, готов за индексиране в следващия етап.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стъпки: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Сваляне на нормативните актове от lex.bg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Парсване на йерархията (част → глава → раздел → член → алинея)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на текста (NFC, конвертиране от windows-1251)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Извеждане на chunks.jsonl с пълни метаданни за всеки чънк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 качество на данните (празни, дубликати, отменени)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 — корпус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256032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Чънкове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Членове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КСО — Кодекс за социално осигуряване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2 469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ЗДДС — Закон за данък върху добавената стойност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ЗКПО — Закон за корпоративното подоходно облагане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ЗДДФЛ — Закон за данъците върху доходите на физическите лица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ЗС — Закон за счетоводството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5 897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1 388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Парсване на 5 закона  •  пълни метаданни за всеки чънк  •  готов за embedding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Изход — chunks.jsonl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ред е един чънк със следните полета: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уникален идентификатор (напр. ZKPO_124_al2)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нормализиран текст за embedding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law_code, law_short, law_title, law_url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 цитиране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part, chapter, section, article, paragraph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 филтриране и rerank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is_repealed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флаг за отменена разпоредба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char_count, fetched_at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спомагателни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bg-BG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Получава се </a:t>
            </a:r>
            <a:r>
              <a:rPr lang="en-US" sz="1300" i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структуриран корпус — без нужда от ново парсване или нормализация.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Бъдеща стъпка — препратки между чънкове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Към всеки чънк ще се добави поле refs_out — списък с препратките към други нормативни актове, които текстът съдържа.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Текст: </a:t>
            </a: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„съгласно чл. 26 от ЗКПО или чл. 6 от ЗДДС..."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refs_out: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„чл:26_ЗКПО_id", ..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Полза: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цитиранията — полезен за rerank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дали LLM-ът цитира реално съществуващи членове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353</Words>
  <Application>Microsoft Office PowerPoint</Application>
  <PresentationFormat>On-screen Show (16:9)</PresentationFormat>
  <Paragraphs>57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1 — Сваляне и трансформация</dc:title>
  <dc:subject>PptxGenJS Presentation</dc:subject>
  <dc:creator>Димитър Иванов</dc:creator>
  <cp:lastModifiedBy>Dimitar Ivanov</cp:lastModifiedBy>
  <cp:revision>3</cp:revision>
  <dcterms:created xsi:type="dcterms:W3CDTF">2026-06-16T21:17:01Z</dcterms:created>
  <dcterms:modified xsi:type="dcterms:W3CDTF">2026-06-16T21:21:53Z</dcterms:modified>
</cp:coreProperties>
</file>